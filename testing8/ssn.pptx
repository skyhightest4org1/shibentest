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47" autoAdjust="0"/>
    <p:restoredTop sz="94660"/>
  </p:normalViewPr>
  <p:slideViewPr>
    <p:cSldViewPr snapToGrid="0">
      <p:cViewPr varScale="1">
        <p:scale>
          <a:sx n="127" d="100"/>
          <a:sy n="127" d="100"/>
        </p:scale>
        <p:origin x="56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A55E7-4859-4539-AC5A-F35C25B89B74}" type="datetimeFigureOut">
              <a:rPr lang="en-US" smtClean="0"/>
              <a:t>5/16/26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7724E-EE4F-48CC-B7EF-BC480A55C2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85043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A55E7-4859-4539-AC5A-F35C25B89B74}" type="datetimeFigureOut">
              <a:rPr lang="en-US" smtClean="0"/>
              <a:t>5/16/26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7724E-EE4F-48CC-B7EF-BC480A55C2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76808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A55E7-4859-4539-AC5A-F35C25B89B74}" type="datetimeFigureOut">
              <a:rPr lang="en-US" smtClean="0"/>
              <a:t>5/16/26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7724E-EE4F-48CC-B7EF-BC480A55C2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22716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A55E7-4859-4539-AC5A-F35C25B89B74}" type="datetimeFigureOut">
              <a:rPr lang="en-US" smtClean="0"/>
              <a:t>5/16/26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7724E-EE4F-48CC-B7EF-BC480A55C2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66135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A55E7-4859-4539-AC5A-F35C25B89B74}" type="datetimeFigureOut">
              <a:rPr lang="en-US" smtClean="0"/>
              <a:t>5/16/26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7724E-EE4F-48CC-B7EF-BC480A55C2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2144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A55E7-4859-4539-AC5A-F35C25B89B74}" type="datetimeFigureOut">
              <a:rPr lang="en-US" smtClean="0"/>
              <a:t>5/16/26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7724E-EE4F-48CC-B7EF-BC480A55C2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8419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A55E7-4859-4539-AC5A-F35C25B89B74}" type="datetimeFigureOut">
              <a:rPr lang="en-US" smtClean="0"/>
              <a:t>5/16/26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7724E-EE4F-48CC-B7EF-BC480A55C2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9841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A55E7-4859-4539-AC5A-F35C25B89B74}" type="datetimeFigureOut">
              <a:rPr lang="en-US" smtClean="0"/>
              <a:t>5/16/26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7724E-EE4F-48CC-B7EF-BC480A55C2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79115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A55E7-4859-4539-AC5A-F35C25B89B74}" type="datetimeFigureOut">
              <a:rPr lang="en-US" smtClean="0"/>
              <a:t>5/16/26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7724E-EE4F-48CC-B7EF-BC480A55C2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71811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A55E7-4859-4539-AC5A-F35C25B89B74}" type="datetimeFigureOut">
              <a:rPr lang="en-US" smtClean="0"/>
              <a:t>5/16/26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7724E-EE4F-48CC-B7EF-BC480A55C2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60691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A55E7-4859-4539-AC5A-F35C25B89B74}" type="datetimeFigureOut">
              <a:rPr lang="en-US" smtClean="0"/>
              <a:t>5/16/26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7724E-EE4F-48CC-B7EF-BC480A55C2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0864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AA55E7-4859-4539-AC5A-F35C25B89B74}" type="datetimeFigureOut">
              <a:rPr lang="en-US" smtClean="0"/>
              <a:t>5/16/26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B7724E-EE4F-48CC-B7EF-BC480A55C2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15247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ssn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err="1"/>
              <a:t>Ssn</a:t>
            </a:r>
            <a:endParaRPr lang="en-US" dirty="0"/>
          </a:p>
          <a:p>
            <a:r>
              <a:rPr lang="en-US" dirty="0"/>
              <a:t>Secret</a:t>
            </a:r>
          </a:p>
          <a:p>
            <a:r>
              <a:rPr lang="en-US" dirty="0"/>
              <a:t>Valid</a:t>
            </a:r>
          </a:p>
          <a:p>
            <a:r>
              <a:rPr lang="en-US" dirty="0"/>
              <a:t>invalid</a:t>
            </a:r>
          </a:p>
        </p:txBody>
      </p:sp>
    </p:spTree>
    <p:extLst>
      <p:ext uri="{BB962C8B-B14F-4D97-AF65-F5344CB8AC3E}">
        <p14:creationId xmlns:p14="http://schemas.microsoft.com/office/powerpoint/2010/main" val="10967678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</Words>
  <Application>Microsoft Macintosh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ssn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409-52-2002  002 09 2345  409-52-2002  002 09 2345  TOPSECRET </dc:title>
  <dc:creator>abhijit Puranik</dc:creator>
  <cp:lastModifiedBy>Rajesh Jonnagaddla [CW]</cp:lastModifiedBy>
  <cp:revision>3</cp:revision>
  <dcterms:created xsi:type="dcterms:W3CDTF">2015-02-04T11:05:20Z</dcterms:created>
  <dcterms:modified xsi:type="dcterms:W3CDTF">2026-05-16T04:14:12Z</dcterms:modified>
</cp:coreProperties>
</file>