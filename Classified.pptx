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3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2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algn="r"/>
            <a:r>
              <a:rPr lang="en-GB" sz="1000">
                <a:solidFill>
                  <a:srgbClr val="000000"/>
                </a:solidFill>
                <a:latin typeface="Arial" panose="020B0604020202020204" pitchFamily="34" charset="0"/>
              </a:rPr>
              <a:t>Classified | </a:t>
            </a:r>
            <a:r>
              <a:rPr lang="en-GB" sz="1000" b="1">
                <a:solidFill>
                  <a:srgbClr val="FF8000"/>
                </a:solidFill>
                <a:latin typeface="Arial" panose="020B0604020202020204" pitchFamily="34" charset="0"/>
              </a:rPr>
              <a:t>Confidential</a:t>
            </a:r>
            <a:endParaRPr lang="en-GB" sz="1000" b="1">
              <a:solidFill>
                <a:srgbClr val="FF8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19D9F-6BDF-4C6E-879B-40DBDACC5C98}" type="datetimeFigureOut">
              <a:rPr lang="en-GB" smtClean="0"/>
              <a:t>18/03/2016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0" y="8685213"/>
            <a:ext cx="6858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algn="ctr"/>
            <a:r>
              <a:rPr lang="en-GB" sz="1100">
                <a:solidFill>
                  <a:srgbClr val="000000"/>
                </a:solidFill>
                <a:latin typeface="Arial" panose="020B0604020202020204" pitchFamily="34" charset="0"/>
              </a:rPr>
              <a:t>This information is </a:t>
            </a:r>
            <a:r>
              <a:rPr lang="en-GB" sz="1100" b="1">
                <a:solidFill>
                  <a:srgbClr val="000000"/>
                </a:solidFill>
                <a:latin typeface="Arial" panose="020B0604020202020204" pitchFamily="34" charset="0"/>
              </a:rPr>
              <a:t>Classified | </a:t>
            </a:r>
            <a:r>
              <a:rPr lang="en-GB" sz="1100" b="1">
                <a:solidFill>
                  <a:srgbClr val="FF8000"/>
                </a:solidFill>
                <a:latin typeface="Arial" panose="020B0604020202020204" pitchFamily="34" charset="0"/>
              </a:rPr>
              <a:t>Confidential</a:t>
            </a:r>
            <a:r>
              <a:rPr lang="en-GB" sz="1100">
                <a:solidFill>
                  <a:srgbClr val="000000"/>
                </a:solidFill>
                <a:latin typeface="Arial" panose="020B0604020202020204" pitchFamily="34" charset="0"/>
              </a:rPr>
              <a:t> please review the Information Security Policy for handling guidelines</a:t>
            </a:r>
            <a:endParaRPr lang="en-GB" sz="11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546958-FBF8-4493-ACF3-59CC8B101F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543764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GB" sz="1000" b="0" i="0" u="none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Classified | </a:t>
            </a:r>
            <a:r>
              <a:rPr lang="en-GB" b="1">
                <a:solidFill>
                  <a:srgbClr val="FF8000"/>
                </a:solidFill>
              </a:rPr>
              <a:t>Confidential</a:t>
            </a:r>
            <a:endParaRPr lang="en-GB" b="1">
              <a:solidFill>
                <a:srgbClr val="FF8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69A342-2C58-4482-A687-CABF417710C6}" type="datetimeFigureOut">
              <a:rPr lang="en-GB" smtClean="0"/>
              <a:t>18/03/2016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0" y="8685213"/>
            <a:ext cx="6858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en-GB" sz="1100" b="0" i="0" u="none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This information is </a:t>
            </a:r>
            <a:r>
              <a:rPr lang="en-GB" b="1"/>
              <a:t>Classified | </a:t>
            </a:r>
            <a:r>
              <a:rPr lang="en-GB" b="1">
                <a:solidFill>
                  <a:srgbClr val="FF8000"/>
                </a:solidFill>
              </a:rPr>
              <a:t>Confidential</a:t>
            </a:r>
            <a:r>
              <a:rPr lang="en-GB"/>
              <a:t> please review the Information Security Policy for handling guidelines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45E4B-0D01-4685-B524-C2383B57DC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71554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>
          <a:xfrm>
            <a:off x="0" y="0"/>
            <a:ext cx="6858000" cy="458788"/>
          </a:xfrm>
        </p:spPr>
        <p:txBody>
          <a:bodyPr/>
          <a:lstStyle/>
          <a:p>
            <a:r>
              <a:rPr lang="en-GB"/>
              <a:t>Classified | </a:t>
            </a:r>
            <a:r>
              <a:rPr lang="en-GB" b="1">
                <a:solidFill>
                  <a:srgbClr val="FF8000"/>
                </a:solidFill>
              </a:rPr>
              <a:t>Confidential</a:t>
            </a:r>
            <a:endParaRPr lang="en-GB" b="1">
              <a:solidFill>
                <a:srgbClr val="FF8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0" y="8685213"/>
            <a:ext cx="6858000" cy="458787"/>
          </a:xfrm>
        </p:spPr>
        <p:txBody>
          <a:bodyPr/>
          <a:lstStyle/>
          <a:p>
            <a:r>
              <a:rPr lang="en-GB"/>
              <a:t>This information is </a:t>
            </a:r>
            <a:r>
              <a:rPr lang="en-GB" b="1"/>
              <a:t>Classified | </a:t>
            </a:r>
            <a:r>
              <a:rPr lang="en-GB" b="1">
                <a:solidFill>
                  <a:srgbClr val="FF8000"/>
                </a:solidFill>
              </a:rPr>
              <a:t>Confidential</a:t>
            </a:r>
            <a:r>
              <a:rPr lang="en-GB"/>
              <a:t> please review the Information Security Policy for handling guidelines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5E4B-0D01-4685-B524-C2383B57DC7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216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3/18/2016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6223828"/>
            <a:ext cx="12192000" cy="365125"/>
          </a:xfrm>
        </p:spPr>
        <p:txBody>
          <a:bodyPr/>
          <a:lstStyle>
            <a:lvl1pPr>
              <a:defRPr lang="en-GB" sz="1100" b="0" i="0" u="none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This information is </a:t>
            </a:r>
            <a:r>
              <a:rPr lang="en-GB" b="1"/>
              <a:t>Classified | </a:t>
            </a:r>
            <a:r>
              <a:rPr lang="en-GB" b="1">
                <a:solidFill>
                  <a:srgbClr val="FF8000"/>
                </a:solidFill>
              </a:rPr>
              <a:t>Confidential</a:t>
            </a:r>
            <a:r>
              <a:rPr lang="en-GB"/>
              <a:t> please review the Information Security Policy for handling guidelines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6223828"/>
            <a:ext cx="12192000" cy="365125"/>
          </a:xfrm>
        </p:spPr>
        <p:txBody>
          <a:bodyPr/>
          <a:lstStyle>
            <a:lvl1pPr>
              <a:defRPr lang="en-GB" sz="1100" b="0" i="0" u="none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This information is </a:t>
            </a:r>
            <a:r>
              <a:rPr lang="en-GB" b="1"/>
              <a:t>Classified | </a:t>
            </a:r>
            <a:r>
              <a:rPr lang="en-GB" b="1">
                <a:solidFill>
                  <a:srgbClr val="FF8000"/>
                </a:solidFill>
              </a:rPr>
              <a:t>Confidential</a:t>
            </a:r>
            <a:r>
              <a:rPr lang="en-GB"/>
              <a:t> please review the Information Security Policy for handling guidelines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6223828"/>
            <a:ext cx="12192000" cy="365125"/>
          </a:xfrm>
        </p:spPr>
        <p:txBody>
          <a:bodyPr/>
          <a:lstStyle>
            <a:lvl1pPr>
              <a:defRPr lang="en-GB" sz="1100" b="0" i="0" u="none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This information is </a:t>
            </a:r>
            <a:r>
              <a:rPr lang="en-GB" b="1"/>
              <a:t>Classified | </a:t>
            </a:r>
            <a:r>
              <a:rPr lang="en-GB" b="1">
                <a:solidFill>
                  <a:srgbClr val="FF8000"/>
                </a:solidFill>
              </a:rPr>
              <a:t>Confidential</a:t>
            </a:r>
            <a:r>
              <a:rPr lang="en-GB"/>
              <a:t> please review the Information Security Policy for handling guidelines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6223828"/>
            <a:ext cx="12192000" cy="365125"/>
          </a:xfrm>
        </p:spPr>
        <p:txBody>
          <a:bodyPr/>
          <a:lstStyle>
            <a:lvl1pPr>
              <a:defRPr lang="en-GB" sz="1100" b="0" i="0" u="none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This information is </a:t>
            </a:r>
            <a:r>
              <a:rPr lang="en-GB" b="1"/>
              <a:t>Classified | </a:t>
            </a:r>
            <a:r>
              <a:rPr lang="en-GB" b="1">
                <a:solidFill>
                  <a:srgbClr val="FF8000"/>
                </a:solidFill>
              </a:rPr>
              <a:t>Confidential</a:t>
            </a:r>
            <a:r>
              <a:rPr lang="en-GB"/>
              <a:t> please review the Information Security Policy for handling guidelines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6223828"/>
            <a:ext cx="12192000" cy="365125"/>
          </a:xfrm>
        </p:spPr>
        <p:txBody>
          <a:bodyPr/>
          <a:lstStyle>
            <a:lvl1pPr>
              <a:defRPr lang="en-GB" sz="1100" b="0" i="0" u="none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This information is </a:t>
            </a:r>
            <a:r>
              <a:rPr lang="en-GB" b="1"/>
              <a:t>Classified | </a:t>
            </a:r>
            <a:r>
              <a:rPr lang="en-GB" b="1">
                <a:solidFill>
                  <a:srgbClr val="FF8000"/>
                </a:solidFill>
              </a:rPr>
              <a:t>Confidential</a:t>
            </a:r>
            <a:r>
              <a:rPr lang="en-GB"/>
              <a:t> please review the Information Security Policy for handling guidelines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6223828"/>
            <a:ext cx="12192000" cy="365125"/>
          </a:xfrm>
        </p:spPr>
        <p:txBody>
          <a:bodyPr/>
          <a:lstStyle>
            <a:lvl1pPr>
              <a:defRPr lang="en-GB" sz="1100" b="0" i="0" u="none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This information is </a:t>
            </a:r>
            <a:r>
              <a:rPr lang="en-GB" b="1"/>
              <a:t>Classified | </a:t>
            </a:r>
            <a:r>
              <a:rPr lang="en-GB" b="1">
                <a:solidFill>
                  <a:srgbClr val="FF8000"/>
                </a:solidFill>
              </a:rPr>
              <a:t>Confidential</a:t>
            </a:r>
            <a:r>
              <a:rPr lang="en-GB"/>
              <a:t> please review the Information Security Policy for handling guidelines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6223828"/>
            <a:ext cx="12192000" cy="365125"/>
          </a:xfrm>
        </p:spPr>
        <p:txBody>
          <a:bodyPr/>
          <a:lstStyle>
            <a:lvl1pPr>
              <a:defRPr lang="en-GB" sz="1100" b="0" i="0" u="none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This information is </a:t>
            </a:r>
            <a:r>
              <a:rPr lang="en-GB" b="1"/>
              <a:t>Classified | </a:t>
            </a:r>
            <a:r>
              <a:rPr lang="en-GB" b="1">
                <a:solidFill>
                  <a:srgbClr val="FF8000"/>
                </a:solidFill>
              </a:rPr>
              <a:t>Confidential</a:t>
            </a:r>
            <a:r>
              <a:rPr lang="en-GB"/>
              <a:t> please review the Information Security Policy for handling guidelines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6223828"/>
            <a:ext cx="12192000" cy="365125"/>
          </a:xfrm>
        </p:spPr>
        <p:txBody>
          <a:bodyPr/>
          <a:lstStyle>
            <a:lvl1pPr>
              <a:defRPr lang="en-GB" sz="1100" b="0" i="0" u="none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This information is </a:t>
            </a:r>
            <a:r>
              <a:rPr lang="en-GB" b="1"/>
              <a:t>Classified | </a:t>
            </a:r>
            <a:r>
              <a:rPr lang="en-GB" b="1">
                <a:solidFill>
                  <a:srgbClr val="FF8000"/>
                </a:solidFill>
              </a:rPr>
              <a:t>Confidential</a:t>
            </a:r>
            <a:r>
              <a:rPr lang="en-GB"/>
              <a:t> please review the Information Security Policy for handling guidelines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6223828"/>
            <a:ext cx="12192000" cy="365125"/>
          </a:xfrm>
        </p:spPr>
        <p:txBody>
          <a:bodyPr/>
          <a:lstStyle>
            <a:lvl1pPr>
              <a:defRPr lang="en-GB" sz="1100" b="0" i="0" u="none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This information is </a:t>
            </a:r>
            <a:r>
              <a:rPr lang="en-GB" b="1"/>
              <a:t>Classified | </a:t>
            </a:r>
            <a:r>
              <a:rPr lang="en-GB" b="1">
                <a:solidFill>
                  <a:srgbClr val="FF8000"/>
                </a:solidFill>
              </a:rPr>
              <a:t>Confidential</a:t>
            </a:r>
            <a:r>
              <a:rPr lang="en-GB"/>
              <a:t> please review the Information Security Policy for handling guidelines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6223828"/>
            <a:ext cx="12192000" cy="365125"/>
          </a:xfrm>
        </p:spPr>
        <p:txBody>
          <a:bodyPr/>
          <a:lstStyle>
            <a:lvl1pPr>
              <a:defRPr lang="en-GB" sz="1100" b="0" i="0" u="none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This information is </a:t>
            </a:r>
            <a:r>
              <a:rPr lang="en-GB" b="1"/>
              <a:t>Classified | </a:t>
            </a:r>
            <a:r>
              <a:rPr lang="en-GB" b="1">
                <a:solidFill>
                  <a:srgbClr val="FF8000"/>
                </a:solidFill>
              </a:rPr>
              <a:t>Confidential</a:t>
            </a:r>
            <a:r>
              <a:rPr lang="en-GB"/>
              <a:t> please review the Information Security Policy for handling guidelines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6223828"/>
            <a:ext cx="12192000" cy="365125"/>
          </a:xfrm>
        </p:spPr>
        <p:txBody>
          <a:bodyPr/>
          <a:lstStyle>
            <a:lvl1pPr>
              <a:defRPr lang="en-GB" sz="1100" b="0" i="0" u="none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This information is </a:t>
            </a:r>
            <a:r>
              <a:rPr lang="en-GB" b="1"/>
              <a:t>Classified | </a:t>
            </a:r>
            <a:r>
              <a:rPr lang="en-GB" b="1">
                <a:solidFill>
                  <a:srgbClr val="FF8000"/>
                </a:solidFill>
              </a:rPr>
              <a:t>Confidential</a:t>
            </a:r>
            <a:r>
              <a:rPr lang="en-GB"/>
              <a:t> please review the Information Security Policy for handling guidelines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0" y="6223828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GB" sz="1100" b="0" i="0" u="none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This information is </a:t>
            </a:r>
            <a:r>
              <a:rPr lang="en-GB" b="1"/>
              <a:t>Classified | </a:t>
            </a:r>
            <a:r>
              <a:rPr lang="en-GB" b="1">
                <a:solidFill>
                  <a:srgbClr val="FF8000"/>
                </a:solidFill>
              </a:rPr>
              <a:t>Confidential</a:t>
            </a:r>
            <a:r>
              <a:rPr lang="en-GB"/>
              <a:t> please review the Information Security Policy for handling guidelines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Classified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6223828"/>
            <a:ext cx="12192000" cy="365125"/>
          </a:xfrm>
        </p:spPr>
        <p:txBody>
          <a:bodyPr/>
          <a:lstStyle/>
          <a:p>
            <a:r>
              <a:rPr lang="en-GB"/>
              <a:t>This information is </a:t>
            </a:r>
            <a:r>
              <a:rPr lang="en-GB" b="1"/>
              <a:t>Classified | </a:t>
            </a:r>
            <a:r>
              <a:rPr lang="en-GB" b="1">
                <a:solidFill>
                  <a:srgbClr val="FF8000"/>
                </a:solidFill>
              </a:rPr>
              <a:t>Confidential</a:t>
            </a:r>
            <a:r>
              <a:rPr lang="en-GB"/>
              <a:t> please review the Information Security Policy for handling guidelines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7233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his information is Classified | Confidential please review the Information Security Policy for handling guidelin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his information is Classified | Confidential please review the Information Security Policy for handling guidelin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his information is Classified | Confidential please review the Information Security Policy for handling guideline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his information is Classified | Confidential please review the Information Security Policy for handling guidelin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his information is Classified | Confidential please review the Information Security Policy for handling guidelin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his information is Classified | Confidential please review the Information Security Policy for handling guideline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his information is Classified | Confidential please review the Information Security Policy for handling guideline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his information is Classified | Confidential please review the Information Security Policy for handling guideline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his information is Classified | Confidential please review the Information Security Policy for handling guidelines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his information is Classified | Confidential please review the Information Security Policy for handling guidelines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his information is Classified | Confidential please review the Information Security Policy for handling guideline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his information is Classified | Confidential please review the Information Security Policy for handling guidelines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lassified | Confidentia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his information is Classified | Confidential please review the Information Security Policy for handling guideline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lassified | Confidentia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his information is Classified | Confidential please review the Information Security Policy for handling guidelines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his information is Classified | Confidential please review the Information Security Policy for handling guidelines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lassified | Confidentia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his information is Classified | Confidential please review the Information Security Policy for handling guidelines"/>
</p:tagLst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i="http://www.w3.org/2001/XMLSchema-instance" xmlns:xsd="http://www.w3.org/2001/XMLSchema" xmlns="http://www.boldonjames.com/2008/01/sie/internal/label" sislVersion="0" policy="b669e953-f8eb-49a8-a8f3-ffec153ba63e">
  <element uid="id_classification_confidential" value=""/>
  <element uid="66ba1e9a-b145-4861-b985-f11b5a9a7e03" value="20230318"/>
</sisl>
</file>

<file path=customXml/itemProps1.xml><?xml version="1.0" encoding="utf-8"?>
<ds:datastoreItem xmlns:ds="http://schemas.openxmlformats.org/officeDocument/2006/customXml" ds:itemID="{E25ECDEF-A448-4932-97A0-6D2C40D62E46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0</TotalTime>
  <Words>35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Corbel</vt:lpstr>
      <vt:lpstr>Basis</vt:lpstr>
      <vt:lpstr>Classified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Classified</dc:title>
  <dc:creator>Ross Manley</dc:creator>
  <cp:keywords>[Confidential]</cp:keywords>
  <cp:lastModifiedBy>Ross Manley</cp:lastModifiedBy>
  <cp:revision>1</cp:revision>
  <dcterms:created xsi:type="dcterms:W3CDTF">2016-03-18T11:20:13Z</dcterms:created>
  <dcterms:modified xsi:type="dcterms:W3CDTF">2016-03-18T11:20:33Z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5b1fdbd6-f1ca-423a-87a5-bcbb1fda4e8e</vt:lpwstr>
  </property>
  <property fmtid="{D5CDD505-2E9C-101B-9397-08002B2CF9AE}" pid="3" name="bjDocumentLabelXML">
    <vt:lpwstr>&lt;?xml version="1.0" encoding="us-ascii"?&gt;&lt;sisl xmlns:xsi="http://www.w3.org/2001/XMLSchema-instance" xmlns:xsd="http://www.w3.org/2001/XMLSchema" sislVersion="0" policy="b669e953-f8eb-49a8-a8f3-ffec153ba63e" xmlns="http://www.boldonjames.com/2008/01/sie/i</vt:lpwstr>
  </property>
  <property fmtid="{D5CDD505-2E9C-101B-9397-08002B2CF9AE}" pid="4" name="bjDocumentLabelXML-0">
    <vt:lpwstr>nternal/label"&gt;&lt;element uid="id_classification_confidential" value="" /&gt;&lt;element uid="66ba1e9a-b145-4861-b985-f11b5a9a7e03" value="20230318" /&gt;&lt;/sisl&gt;</vt:lpwstr>
  </property>
  <property fmtid="{D5CDD505-2E9C-101B-9397-08002B2CF9AE}" pid="5" name="bjDocumentSecurityLabel">
    <vt:lpwstr>This information is Classified | Confidential</vt:lpwstr>
  </property>
  <property fmtid="{D5CDD505-2E9C-101B-9397-08002B2CF9AE}" pid="6" name="bjSaver">
    <vt:lpwstr>MCeK42N5LEnNnlbqWCjUrR3WW4cUITXV</vt:lpwstr>
  </property>
  <property fmtid="{D5CDD505-2E9C-101B-9397-08002B2CF9AE}" pid="7" name="DLPTRIGGER">
    <vt:lpwstr>[*{Confidential}*]</vt:lpwstr>
  </property>
</Properties>
</file>